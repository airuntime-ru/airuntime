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16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16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38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0175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 · ветка main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967024c0cb024ab93c623fc4e6189b29a17cfede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 и нажать «Начать»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одним сообщением: «Автосервис на Лесной. Диагностика 1500, замена масла 900, шиномонтаж 2400. Работаем с 9 до 20»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вернёт карточку витрины, кнопку «Открыть витрину» и ссылку для клиентов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придёт в чат владельца с кнопками «Подтвердить» / «Отклонить»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500" spc="150" kern="0" dirty="0">
                <a:solidFill>
                  <a:srgbClr val="D5D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×   </a:t>
            </a:r>
            <a:pPr indent="0" marL="0">
              <a:buNone/>
            </a:pPr>
            <a:r>
              <a:rPr lang="en-US" sz="18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D9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1945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31012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4E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434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572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название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ЗАПОЛНИТЬ: участники и роли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794760" y="43434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9C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ПЛАТФОРМА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4572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чат-боте MAX в работающую витрину с онлайн-записью, которую клиенты открывают прямо в MAX. Заявки возвращаются владельцу в тот же чат.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в MAX и нажимает «Начать». Регистрации нет — аккаунт MAX и есть вход.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сообщением: название, услуги, цены, часы работы. Никаких форм и полей.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— карточка с составом витрины, кнопка «Открыть витрину» и ссылка для клиентов.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Запишитесь за минуту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Позиций: 3   Слотов: 4   Статус: опубликован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max.ru/t403_hakaton_max_bot?startapp=avtoservis-na-lesnoi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pic>
        <p:nvPicPr>
          <p:cNvPr id="4" name="Image 0" descr="shot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112" y="1280160"/>
            <a:ext cx="1874520" cy="3749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длительностью. Адрес и часы — в шапке.</a:t>
            </a:r>
            <a:endParaRPr lang="en-US" sz="1100" dirty="0"/>
          </a:p>
        </p:txBody>
      </p:sp>
      <p:pic>
        <p:nvPicPr>
          <p:cNvPr id="7" name="Image 1" descr="shot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216" y="1280160"/>
            <a:ext cx="1874520" cy="3749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83024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383024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кнопке. Внизу видно, что именно бронируется.</a:t>
            </a:r>
            <a:endParaRPr lang="en-US" sz="1100" dirty="0"/>
          </a:p>
        </p:txBody>
      </p:sp>
      <p:pic>
        <p:nvPicPr>
          <p:cNvPr id="10" name="Image 2" descr="shot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7320" y="1280160"/>
            <a:ext cx="1874520" cy="3749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3128" y="5166360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263128" y="5468112"/>
            <a:ext cx="3422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9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мастер, правки, заявки владельцу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клиента и кабинет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Inline-клавиатуры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отклонение заявки — callback-кнопки прямо под сообщением.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чате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30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2026-09-21T01:22:02Z</dcterms:created>
  <dcterms:modified xsi:type="dcterms:W3CDTF">2026-09-21T01:22:02Z</dcterms:modified>
</cp:coreProperties>
</file>