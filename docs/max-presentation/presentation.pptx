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 1 · СЛУЖЕБНЫЙ · НЕ ОЦЕНИВАЕТСЯ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информация для проверки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1673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в MAX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131673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https://max.ru/t403_hakaton_max_bot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«Хакатон МАХ 403», user_id 395683755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38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193852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https://airuntime.ru/max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Открывается кнопкой open_app и по ?startapp=&lt;slug&gt;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560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Git-репозиторий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2560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0175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hash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3017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967024c · ветка main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967024c0cb024ab93c623fc4e6189b29a17cfede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6393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API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используется как отдельно проверяемый контракт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 эндпоинты — /api/v1/max/*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2611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Тестовые записи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426110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требуются: вход — сам аккаунт MAX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720840" y="1371600"/>
            <a:ext cx="4965192" cy="4709160"/>
          </a:xfrm>
          <a:prstGeom prst="roundRect">
            <a:avLst>
              <a:gd name="adj" fmla="val 194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76872" y="1572768"/>
            <a:ext cx="4453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прохождения основного сценария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1975104"/>
            <a:ext cx="445312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max.ru/t403_hakaton_max_bot и нажать «Начать»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Отправить одним сообщением: «Автосервис на Лесной. Диагностика 1500, замена масла 900, шиномонтаж 2400. Работаем с 9 до 20»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вернёт карточку витрины, кнопку «Открыть витрину» и ссылку для клиентов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эту ссылку с другого аккаунта MAX — это роль клиента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Выбрать услугу и время, указать имя, нажать «Записаться»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придёт в чат владельца с кнопками «Подтвердить» / «Отклонить»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Нажать «Подтвердить» — клиенту придёт уведомление в MAX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760720" cy="1234440"/>
          </a:xfrm>
          <a:prstGeom prst="roundRect">
            <a:avLst>
              <a:gd name="adj" fmla="val 740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22376" y="5029200"/>
            <a:ext cx="5321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 окружения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MAX_BOT_TOKEN (передаётся отдельно) · MAX_BOT_USERNAME=t403_hakaton_max_bot · MAX_WEBHOOK_SECRET · MAX_MINIAPP_URL · OPENAI_API_KEY. Полный список — в .env.example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3350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33350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33350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371725" y="1376363"/>
            <a:ext cx="219075" cy="21907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443163" y="1447800"/>
            <a:ext cx="76200" cy="76200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667000" y="133350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194310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«ЭФФЕКТИВНЫЙ БИЗНЕС»</a:t>
            </a:r>
            <a:endParaRPr lang="en-US" sz="860" dirty="0"/>
          </a:p>
        </p:txBody>
      </p:sp>
      <p:sp>
        <p:nvSpPr>
          <p:cNvPr id="9" name="Text 6"/>
          <p:cNvSpPr txBox="1"/>
          <p:nvPr/>
        </p:nvSpPr>
        <p:spPr>
          <a:xfrm>
            <a:off x="647700" y="2152650"/>
            <a:ext cx="53340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</a:t>
            </a:r>
            <a:endParaRPr lang="en-US" sz="8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505200"/>
            <a:ext cx="4762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сервис записи в MAX из одного сообщения — без разработчика, без подрядчика, без ожидания.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810125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029200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[Название команды]</a:t>
            </a:r>
            <a:endParaRPr lang="en-US" sz="1275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295900"/>
            <a:ext cx="200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[Участники и роли]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838450" y="4810125"/>
            <a:ext cx="238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60" dirty="0"/>
          </a:p>
        </p:txBody>
      </p:sp>
      <p:sp>
        <p:nvSpPr>
          <p:cNvPr id="15" name="Text 12"/>
          <p:cNvSpPr txBox="1"/>
          <p:nvPr/>
        </p:nvSpPr>
        <p:spPr>
          <a:xfrm>
            <a:off x="2838450" y="5029200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+ мини-приложение</a:t>
            </a:r>
            <a:endParaRPr lang="en-US" sz="1275" dirty="0"/>
          </a:p>
        </p:txBody>
      </p:sp>
      <p:sp>
        <p:nvSpPr>
          <p:cNvPr id="16" name="Text 13"/>
          <p:cNvSpPr txBox="1"/>
          <p:nvPr/>
        </p:nvSpPr>
        <p:spPr>
          <a:xfrm>
            <a:off x="2838450" y="5295900"/>
            <a:ext cx="257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AC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@t403_hakaton_max_bot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848350" y="990600"/>
            <a:ext cx="2857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ПИШЕТ БОТУ</a:t>
            </a:r>
            <a:endParaRPr lang="en-US" sz="825" dirty="0"/>
          </a:p>
        </p:txBody>
      </p:sp>
      <p:pic>
        <p:nvPicPr>
          <p:cNvPr id="18" name="Image 1" descr="bubble-ow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350" y="1257300"/>
            <a:ext cx="2590800" cy="104775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010275" y="13525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 пр. 12. Диагностика подвески 1500, замена масла 900, шиномонтаж 2400. С 9 до 20, +7 812 000-00-00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686800" y="723900"/>
            <a:ext cx="2762250" cy="5380863"/>
          </a:xfrm>
          <a:prstGeom prst="roundRect">
            <a:avLst>
              <a:gd name="adj" fmla="val 8200"/>
            </a:avLst>
          </a:prstGeom>
          <a:solidFill>
            <a:srgbClr val="1E2638"/>
          </a:solidFill>
          <a:ln w="9525">
            <a:solidFill>
              <a:srgbClr val="39445E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5000"/>
              </a:srgbClr>
            </a:outerShdw>
          </a:effectLst>
        </p:spPr>
      </p:sp>
      <p:pic>
        <p:nvPicPr>
          <p:cNvPr id="21" name="Image 2" descr="screen-storefro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8619" y="795718"/>
            <a:ext cx="2618613" cy="5237226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096000" y="3848100"/>
            <a:ext cx="2857500" cy="1390650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267450" y="4000500"/>
            <a:ext cx="209550" cy="209550"/>
          </a:xfrm>
          <a:prstGeom prst="ellipse">
            <a:avLst/>
          </a:prstGeom>
          <a:solidFill>
            <a:srgbClr val="1F8A55"/>
          </a:solidFill>
          <a:ln w="12700">
            <a:solidFill>
              <a:srgbClr val="1F8A5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267450" y="400050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6562725" y="3981450"/>
            <a:ext cx="2190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готова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6267450" y="426720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Клиенты записываются по ссылке, заявки приходят сюда, в чат.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267450" y="4743450"/>
            <a:ext cx="2514600" cy="352425"/>
          </a:xfrm>
          <a:prstGeom prst="roundRect">
            <a:avLst>
              <a:gd name="adj" fmla="val 29730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267450" y="4743450"/>
            <a:ext cx="25146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витрину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ХАКАТОН MAX  ·  2026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сделали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34440"/>
            <a:ext cx="11183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Микробизнес услуг ведёт запись руками — в личных сообщениях и по телефону. Витрина превращает одно сообщение в чат-боте MAX в работающую витрину с онлайн-записью, которую клиенты открывают прямо в MAX. Заявки возвращаются владельцу в тот же чат.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04088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от владельца до готовой витрины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7278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68446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сек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3568446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ссылки, которую можно отправить клиенту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2804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432804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касания клиента: выбрать услугу и время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95994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97162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9297162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 и сторонних сервисов у предпринимателя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22376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Самозанятые и микро-ИП в услугах: автосервис, барбершоп, мастер маникюра, репетитор, клининг. 1–5 человек, без сайта и без CRM.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22064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541520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закрывает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Ручную запись: заявки ночью, двойные брони, переписку вместо работы. Клиент и владелец остаются в MAX.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41208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360664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именно MAX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открывается внутри чат-бота, телефон берётся из аккаунта MAX, ответ приходит туда же, где клиент записывался.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АУДИТОРИЯ И ПРОБЛЕМА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именно и что именно болит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943600" cy="3429000"/>
          </a:xfrm>
          <a:prstGeom prst="roundRect">
            <a:avLst>
              <a:gd name="adj" fmla="val 26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проблемы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20240"/>
            <a:ext cx="5440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микросервиса в сфере услуг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ситуации, когда клиенты пишут в личные сообщения в любое время,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принимать записи без ручного согласования каждой,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сталкивается с тем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что онлайн-запись требует либо платной CRM с настройкой, либо разработки сайта или бота,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продолжает вести запись вручную — теряет ночные заявки, допускает двойные брони и тратит рабочее время на переписку.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9377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 выбран узко намеренно: одна отрасль, один сценарий, один участок процесса, который цифровое решение закрывает от начала до результата.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12280" y="13258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13448" y="14721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013448" y="19476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субъектов МСП в едином реестре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013448" y="26974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июль 2026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377172" y="13258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578340" y="14721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81,8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578340" y="19476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всех действующих юрлиц и ИП — это МСП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578340" y="26974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12280" y="31546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013448" y="33009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+3,5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7013448" y="37764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числа субъектов МСП год к году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45262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377172" y="31546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578340" y="33009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9578340" y="37764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работников — заявленная кадровая потребность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78340" y="45262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Росстат / Роструд, май 2026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5029200"/>
            <a:ext cx="4873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описывают размер и динамику аудитории. Оценку доли микробизнеса без онлайн-записи мы выносим в допущения — см. слайд 14.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УЧАСТОК ПРОЦЕССА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меняется в пользовательском пути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автоматизируем весь бизнес-процесс — только тот участок, где эффект заметен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31536" cy="2697480"/>
          </a:xfrm>
          <a:prstGeom prst="roundRect">
            <a:avLst>
              <a:gd name="adj" fmla="val 339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01952"/>
            <a:ext cx="4919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IS — СЕГОДНЯ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240280"/>
            <a:ext cx="4919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пишет в личные сообщения или звонит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отвечает вручную, сверяется с блокнотом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времени занимает несколько сообщений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Ночные заявки остаются без ответа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приходится пересказывать каждому заново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напоминание — снова вручную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54496" y="1691640"/>
            <a:ext cx="5431536" cy="2697480"/>
          </a:xfrm>
          <a:prstGeom prst="roundRect">
            <a:avLst>
              <a:gd name="adj" fmla="val 339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10528" y="1901952"/>
            <a:ext cx="4919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— С ВИТРИНОЙ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510528" y="2240280"/>
            <a:ext cx="4919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Исчезает пересказ прайса: услуги и цены видны в витрине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Упрощается выбор времени: клиент берёт слот сам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 собирается заявка и падает в чат владельца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 приходит ответ: подтверждение — одна кнопка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Проще результат: запись принимается круглосуточно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по-прежнему решает сам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572000"/>
            <a:ext cx="11183112" cy="1005840"/>
          </a:xfrm>
          <a:prstGeom prst="roundRect">
            <a:avLst>
              <a:gd name="adj" fmla="val 909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773168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Гипотеза.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мы поможем владельцу микросервиса принимать записи витриной в MAX, собранной из одного сообщения, доля заявок, дошедших до подтверждения, вырастет, а время на переписку сократится — потому что клиент проходит путь сам, а владельцу остаётся одно решение.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 · ЧАСТЬ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одно сообщение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22376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бота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@t403_hakaton_max_bot в MAX и нажимает «Начать». Регистрации нет — аккаунт MAX и есть вход.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67278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86734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6734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86734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Описывает бизнес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86734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Обычными словами, одним сообщением: название, услуги, цены, часы работы. Никаких форм и полей.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31636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51092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51092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51092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витрину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51092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несколько секунд — карточка с составом витрины, кнопка «Открыть витрину» и ссылка для клиентов.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95994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15450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1545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315450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Правит текстом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15450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«Добавь развал-схождение 3000», «убери слоты на завтра» — правка тем же способом, что и создание.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3520440"/>
            <a:ext cx="11183112" cy="2057400"/>
          </a:xfrm>
          <a:prstGeom prst="roundRect">
            <a:avLst>
              <a:gd name="adj" fmla="val 444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3703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уходит владельцу в чат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041648"/>
            <a:ext cx="51206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1605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Автосервис на Лесной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Запишитесь за минуту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Позиций: 3   Слотов: 4   Статус: опубликован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max.ru/t403_hakaton_max_bot?startapp=avtoservis-na-lesnoi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370332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Ссылку можно раздать как угодно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4069080"/>
            <a:ext cx="5513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Отправить в переписке существующим клиентам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Повесить QR-кодом на стойке, в витрине, на визитке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Поставить в описание канала или профиля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5029200"/>
            <a:ext cx="5513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Ссылка открывает мини-приложение внутри MAX — клиент не уходит в браузер и ничего не устанавливает.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 · ЧАСТЬ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Клиент: два касания до записи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226820" y="1371600"/>
            <a:ext cx="1975104" cy="3847503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5" name="Image 0" descr="screen-store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8173" y="1422953"/>
            <a:ext cx="1872399" cy="374479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5383695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5676303"/>
            <a:ext cx="3422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с ценами и длительностью, ближайшие слоты. Имя подставляется из профиля MAX.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106924" y="1371600"/>
            <a:ext cx="1975104" cy="3847503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9" name="Image 1" descr="screen-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277" y="1422953"/>
            <a:ext cx="1872399" cy="374479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383024" y="5383695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Отправка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383024" y="5676303"/>
            <a:ext cx="3422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берётся из MAX по кнопке — вводить ничего не нужно. Кнопка действия закреплена внизу.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987028" y="1371600"/>
            <a:ext cx="1975104" cy="3847503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3" name="Image 2" descr="screen-ow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381" y="1422953"/>
            <a:ext cx="1872399" cy="374479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263128" y="5383695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263128" y="5676303"/>
            <a:ext cx="3422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приходит владельцу в чат и в кабинет. Подтверждение — одна кнопка, клиент узнаёт в MAX.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ОЖИДАЕМЫЙ ЭФФЕКТ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измениться и как это проверить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этапе хакатона это гипотезы. Важно не то, какие цифры мы заявим, а то, что каждую можно измерить после пилота.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3852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Метрики, которые снимает сам продукт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77440"/>
            <a:ext cx="4919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 — открыл витрину → отправил заявку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до подтверждения — от заявки до нажатия кнопки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заявок вне рабочих часов — замер того, что терялось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Ручных сообщений на одну запись — целевое значение 0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от «описал» до первой заявки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5257800"/>
            <a:ext cx="4919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уже проходят через наш бэкенд — отдельная аналитика не нужна.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54496" y="173736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10528" y="193852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измеряем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2377440"/>
            <a:ext cx="49194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линия снимается до запуска: неделя ручного подсчёта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— та же неделя через витрину, сравнение по тем же величинам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 на одном и том же бизнесе, а не между разными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510528" y="4114800"/>
            <a:ext cx="49194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B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93408" y="4315968"/>
            <a:ext cx="4553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Критерий успеха пилота: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после недели отказывается возвращаться к ручной записи, и хотя бы одна заявка пришла вне рабочих часов и была подтверждена.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решения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МЕССЕНДЖЕР MAX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371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БЭКЕНД AIRUNTIME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137160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И ИНФРАСТРУКТУРА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81051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0848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мастер, правки, заявки владельцу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65176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" y="27706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04088" y="30449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клиента и кабинет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169164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81051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20848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в пути, всегда 200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265176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7706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мини-аппа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73168" y="30449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подпись initData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361188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73168" y="37307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Генератор витрины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400507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→ валидируемый конфиг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169164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96528" y="181051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20848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владельцы, витрины, заявки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95360" y="265176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96528" y="27706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Traefik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96528" y="304495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сертификат Минцифры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361188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96528" y="373075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400507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внешний, с фоллбэком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123944" y="2066544"/>
            <a:ext cx="39319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123944" y="3026664"/>
            <a:ext cx="39319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193024" y="206654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93024" y="302666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193024" y="398678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02920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22376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— это данные, а не код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мультитенантный мини-апп рендерит все витрины из валидированного конфига. «Описал → клиент может записаться» занимает секунды и не ломается от неудачного ответа модели.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322064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541520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разные модели доверия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аутентифицируется секретом в пути — MAX не подписывает доставки. Мини-апп — подписью initData. Ни один эндпоинт не принимает id пользователя из тела запроса.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141208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60664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Отказоустойчивость по умолчанию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всегда отвечает 200: ошибка обработчика стала бы штормом повторов. Если LLM недоступна, витрина собирается черновиком.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ИСПОЛЬЗОВАНИЕ ПЛАТФОРМЫ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берём у MAX и зачем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возможность закрывает шаг сценария, а не добавлена ради галочки.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open_app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открывается внутри чат-бота. Клиент не уходит в браузер и ничего не устанавливает.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22064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41520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startapp deep link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ссылка на витрину, пригодная для QR-кода. Она же приводит клиента в бота.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41208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60664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requestContact()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берётся из аккаунта MAX по кнопке и приходит подписанным.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2376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Inline-клавиатуры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отклонение заявки — callback-кнопки прямо под сообщением.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22064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41520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getViewportSize / getLaunchContext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подстраивается под область просмотра и под источник запуска.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41208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60664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Обратная связь замыкается в MAX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записался в MAX — и ответ получает там же, а не в письме.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498348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138928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и веб-версия.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 — обычные HTML, CSS и JavaScript на HTTPS, вёрстка проверена от 320 px. Функциональность одинакова в обеих версиях; MAX Bridge деградирует мягко, если метод в конкретной сборке недоступен.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ИНТЕГРАЦИИ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берутся данные и что мы с ними делаем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31536" cy="1874520"/>
          </a:xfrm>
          <a:prstGeom prst="roundRect">
            <a:avLst>
              <a:gd name="adj" fmla="val 487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решении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01952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бизнеса — вводит сам владелец в чате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 идентификатор MAX — из подписанных параметров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 — только если он сам им поделился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— то, что клиент выбрал в витрине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3429000"/>
            <a:ext cx="543153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58952" y="36118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НЕ делаем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959352"/>
            <a:ext cx="4919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собираем данные, которые пользователь не ввёл сам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имитируем интеграции с государственными системами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передаём токены и секреты в модель и не храним в репозитории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включаем продуктовую аналитику на поверхности мини-аппа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54496" y="1371600"/>
            <a:ext cx="5431536" cy="1874520"/>
          </a:xfrm>
          <a:prstGeom prst="roundRect">
            <a:avLst>
              <a:gd name="adj" fmla="val 487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10528" y="15544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10528" y="1901952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Bot API — platform-api2.max.ru: вебхук, сообщения, кнопки. Реальная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 — стартовые параметры, запрос контакта. Реальная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 — описание → конфигурация витрины, с фоллбэком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4496" y="3429000"/>
            <a:ext cx="543153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73952" y="3611880"/>
            <a:ext cx="49926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Смоделированные данные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демонстрации используются витрины, созданные нами при проверке сценария: «Автосервис на Лесной» и подобные. Это не реальные организации, а примеры, введённые вручную через того же бота, которым пользуется предприниматель. Данные не подставлялись в обход продуктового сценария.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остаётся неизменным, а что придётся менять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Сильное решение тиражируется не потому, что перечислено много регионов, а потому, что понятно, как именно.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31536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659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продукта — переносится без изменений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13432"/>
            <a:ext cx="4919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«одно сообщение → работающий сервис в MAX»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витрины: позиции, цена, длительность, слоты, поля заявки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Диалог владельца: создание, правка текстом, публикация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заявки: клиент → чат владельца → ответ клиенту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доверия и проверка подписи стартовых параметров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Мультитенантный рендер: новый арендатор не требует деплоя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54496" y="1783080"/>
            <a:ext cx="5431536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10528" y="19659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часть — адаптируется под контекст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10528" y="2313432"/>
            <a:ext cx="4919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витрины: запись → меню и заказ → заявка. Заложены три типа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отрасли: «услуга» / «позиция» / «объект» в подсказках модели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слотов: длительность, рабочие часы, праздники региона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участников: один мастер → сотрудники → филиалы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Интеграции: календарь, складские остатки, онлайн-оплата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2376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тиражируем первым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Общепит: то же «выбрать позицию → оставить заявку». Тип menu уже поддержан.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22064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41520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контекст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Локальная аренда: инвентарь, сутки вместо часов, залог. Понадобится календарь занятости.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41208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60664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витрин при росте, лимиты на владельца (заложены), партнёрский профиль MAX.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ПИЛОТА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ограниченный запуск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 и где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микросервисов услуг в одном районе одного города. Критерий: ведут запись в личных сообщениях и не имеют сайта.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22064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41520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встроится в процесс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заменяет пересказ прайса и согласование времени. Приём, оплата, сама услуга — как было.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41208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360664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участвует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(создаёт и подтверждает), его клиенты, мы (смотрим метрики). Внешние владельцы процесса не нужны.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22376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клиенты получат доступ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рассылает ссылку существующим клиентам и вешает QR-код на точке. Аудитория у бизнеса уже есть.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22064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41520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Верифицированный профиль на «MAX для партнёров», модерация бота, домен с HTTPS, ключ LLM-провайдера.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41208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60664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 после пилота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критерий успеха выполнен — открываем тип menu для общепита в том же районе, сохраняя ядро.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8920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8952" y="5074920"/>
            <a:ext cx="10671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пилота: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записей, время до подтверждения, доля заявок вне рабочих часов, число ручных сообщений на запись — все снимаются самим продуктом и сравниваются с базовой линией, собранной до запуска.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ОГРАНИЧЕНИЯ, РИСКИ, ДОПУЩЕНИЯ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знаем и чего пока не знаем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Разделяем подтверждённое источником и то, что остаётся нашей гипотезой.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MVP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Слоты — текстовые варианты, а не календарь занятости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онлайн-оплаты: витрина доводит до заявки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владелец на витрину, без сотрудников и ролей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10 витрин на владельца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Напоминания клиенту пока не отправляются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2064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8096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ДОПУЩЕНИЯ — ТРЕБУЮТ ПРОВЕРКИ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8096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заметная доля микросервисов ведёт запись вручную и считает это проблемой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владелец опишет бизнес одним сообщением, а не бросит на полпути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клиенту привычнее записаться в MAX, чем написать в личные сообщения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Оценки стоимости альтернатив мы не подтверждали исследованием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41208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97240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397240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генерации: модель может неверно разобрать описание. Митигация — правка текстом и фоллбэк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LLM: витрина собирается черновиком, сценарий не блокируется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доверие: при росте числа арендаторов нужна проверка содержимого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493776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58952" y="5102352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проверено на практике: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сквозной путь «одно сообщение → заявка в чате владельца» проходит целиком и покрыт 30 автотестами, включая попытки подделать подпись стартовых параметров, подставить чужой токен, переиспользовать просроченные параметры и записаться на услугу, которой в витрине нет.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мы опирались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408676" cy="2743200"/>
          </a:xfrm>
          <a:prstGeom prst="roundRect">
            <a:avLst>
              <a:gd name="adj" fmla="val 3333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755648"/>
            <a:ext cx="48966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об аудитории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48966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 — Единый реестр субъектов МСП, июль 2026: 6,6 млн субъектов, 81,8% всех действующих юрлиц и ИП, рост 3,5% год к году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Росстат по данным Роструда — заявленная работодателями потребность в работниках, конец мая 2026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858768"/>
            <a:ext cx="48966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 приведены по материалам задания трека со ссылкой на первоисточники.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554480"/>
            <a:ext cx="5408676" cy="2743200"/>
          </a:xfrm>
          <a:prstGeom prst="roundRect">
            <a:avLst>
              <a:gd name="adj" fmla="val 3333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3388" y="1755648"/>
            <a:ext cx="48966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документация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3388" y="2103120"/>
            <a:ext cx="48966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для разработчиков — API ботов: методы, вебхуки, типы кнопок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 — стартовые параметры, запрос контакта, контекст запуска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данных MAX — алгоритм проверки подписи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размещения чат-ботов и мини-приложений на платформе MAX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Минцифры России — корневой сертификат для доступа к API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52628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709160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MAX развивается: перед сдачей состав API и методов сверялся с актуальной версией разделов «API ботов», «MAX Bridge» и «Валидация данных», а не с примерами из сторонних источников.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825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23825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23825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371725" y="1281113"/>
            <a:ext cx="219075" cy="21907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443163" y="1352550"/>
            <a:ext cx="76200" cy="76200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667000" y="123825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184785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860" dirty="0"/>
          </a:p>
        </p:txBody>
      </p:sp>
      <p:sp>
        <p:nvSpPr>
          <p:cNvPr id="9" name="Text 6"/>
          <p:cNvSpPr txBox="1"/>
          <p:nvPr/>
        </p:nvSpPr>
        <p:spPr>
          <a:xfrm>
            <a:off x="666750" y="211455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сообщение —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запись уже в MAX</a:t>
            </a:r>
            <a:endParaRPr lang="en-US" sz="4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581400"/>
            <a:ext cx="55245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и мини-приложение работают прямо сейчас. Опишите бизнес одним сообщением — секунд через десять у клиентов будет витрина с записью, а у вас заявки в чате.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7529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В MAX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2457450" y="47529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max.ru/t403_hakaton_max_bot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07682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860" dirty="0"/>
          </a:p>
        </p:txBody>
      </p:sp>
      <p:sp>
        <p:nvSpPr>
          <p:cNvPr id="14" name="Text 11"/>
          <p:cNvSpPr txBox="1"/>
          <p:nvPr/>
        </p:nvSpPr>
        <p:spPr>
          <a:xfrm>
            <a:off x="2457450" y="507682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airuntime.ru/max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4006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2457450" y="54006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10550" y="1524000"/>
            <a:ext cx="3086100" cy="365760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0" dist="177800" dir="5400000">
              <a:srgbClr val="000000">
                <a:alpha val="55000"/>
              </a:srgbClr>
            </a:outerShdw>
          </a:effectLst>
        </p:spPr>
      </p:sp>
      <p:pic>
        <p:nvPicPr>
          <p:cNvPr id="18" name="Image 1" descr="qr-b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650" y="1809750"/>
            <a:ext cx="2247900" cy="2247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496300" y="4229100"/>
            <a:ext cx="2514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496300" y="4533900"/>
            <a:ext cx="2514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Откроется бот в MAX — опишите свой бизнес и получите витрину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Витрина — AIRuntime × MAX</dc:title>
  <dc:subject>PptxGenJS Presentation</dc:subject>
  <dc:creator>AIRuntime</dc:creator>
  <cp:lastModifiedBy>AIRuntime</cp:lastModifiedBy>
  <cp:revision>1</cp:revision>
  <dcterms:created xsi:type="dcterms:W3CDTF">2026-09-21T07:32:19Z</dcterms:created>
  <dcterms:modified xsi:type="dcterms:W3CDTF">2026-09-21T07:32:19Z</dcterms:modified>
</cp:coreProperties>
</file>