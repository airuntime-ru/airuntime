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2984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https://max.ru/t403_hakaton_max_bot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65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865376"/>
            <a:ext cx="4343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https://airuntime.ru/max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Подключено к боту: кнопка «Открыть AIRuntime» и ссылки max.ru/t403_hakaton_max_bot?startapp=&lt;slug&gt;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59689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github.com/airuntime-ru/airuntime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980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80944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376b483180331187bd900c2dce8a18bda4ca5672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main · короткий 376b483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5478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54787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 /api/v1/max/* обслуживают только мини-приложение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учётки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411480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нужны: вход — аккаунт MAX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роли клиента — второй аккаунт MAX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681728"/>
            <a:ext cx="5943600" cy="1517904"/>
          </a:xfrm>
          <a:prstGeom prst="roundRect">
            <a:avLst>
              <a:gd name="adj" fmla="val 602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2376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и переменные окружения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" y="5138928"/>
            <a:ext cx="5532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компоненты одной командой: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MAX_BOT_TOKEN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передаётся в PDF для жюри; в репозитории токенов нет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MAX_BOT_USERNAME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t403_hakaton_max_bot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MAX_WEBHOOK_SECRET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любая строка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по запросу; без ключа сервис собирается шаблоном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Остальное —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.env.example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пункты README по заданию — раздел «Для проверки»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298448"/>
            <a:ext cx="4965192" cy="4901184"/>
          </a:xfrm>
          <a:prstGeom prst="roundRect">
            <a:avLst>
              <a:gd name="adj" fmla="val 186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76872" y="1499616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1920240"/>
            <a:ext cx="44531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AIRuntime»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Описать бизнес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«Автосервис на Лесной. Диагностика 1500, замена масла 900, шиномонтаж 2400. Работаем с 9 до 20» — и нажать «Собрать страницу записи»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страница опубликована: ссылка, «Поделиться», «Посмотреть»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ссылку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второго аккаунта MAX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роль клиента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ответ в MAX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33350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4" name="Text 10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5" name="Text 11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7" name="Image 2" descr="bubble-own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0" name="Image 3" descr="screen-storefro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готов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AIRuntime: запись в MAX из одного сообщения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описывает бизнес одним сообщением в мини-приложении MAX — через ~10 секунд у него опубликованный сервис с онлайн-записью. Клиенты записываются, не выходя из MAX, заявки приходят владельцу в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 с записью на время: автосервис, барбершоп, маникюр, репетитор. 1–5 человек, без сайта и CRM.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44418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3874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ведётся вручную в личных сообщениях: ночные заявки теряются, случаются двойные брони, прайс пересказывается каждому.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5916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5372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и мини-приложение в MAX: описание → сервис с услугами, ценами и временем → запись → заявка владельцу → ответ клиенту.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27414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246870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круглосуточно и без переписки: клиент проходит путь сам за два касания, владельцу остаётся одна кнопка.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готового сервиса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44418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7298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527298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 для клиентов (замер на проде)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5916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68796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27414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210294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210294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 ПО КРИТЕРИЯМ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в презентации ответ на каждый критерий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и веса — из задания трека. Справа — номера слайдов, где на критерий отвечаем прямо.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35%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Контексты и регионы помимо пилота, что переносится и что адаптируется, условия, риски, порядок тиражирования по шагам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951476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17–19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25%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сегмент, проблема по формуле, факты отдельно от допущений, сравнение с тем, как запись ведут сейчас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951476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2920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 и удобство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20%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владельца и клиента на реальных экранах; как интерфейс сообщает о загрузке, результате и ошибке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951476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и целостность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Гипотеза, ожидаемый эффект с метриками, границы MVP по MoSCoW, почему продукт устроен именно так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951476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 11–13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185916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68796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Работоспособность, интеграция, архитектура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30+20+20%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проверки, состав и связи компонентов, реальные интеграции с MAX Bot API и MAX Bridge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34472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1, 13, 16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185916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68796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документация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10+10+10%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368796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ошибок и повторов, модель доверия, зафиксированные зависимости, README по пунктам задания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634472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185916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68796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+0,15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368796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MAX сверх минимума: контакт из аккаунта, «Поделиться» в чаты, кнопки с переходом на нужный экран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634472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185916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68796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запуска (финал)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368796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район, каналы привлечения, участники, сроки, метрики и следующий шаг после пилота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34472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56692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продуктовая оценка, справа (с оттенком) — техническая оценка, бонус и финал. Ограничения и допущения — слайд 20, источники — слайд 21.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89788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545896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с записью на время: 1–5 человек, без сайта и CRM, запись сейчас — в личных сообщениях. Пилотные ниши — автосервис, барбершоп, мастер маникюра.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пилоте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сети и франшизы — там решает головной офис.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944368"/>
            <a:ext cx="5897880" cy="2487168"/>
          </a:xfrm>
          <a:prstGeom prst="roundRect">
            <a:avLst>
              <a:gd name="adj" fmla="val 367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0664" y="312724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520440"/>
            <a:ext cx="5422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платного сервиса с настройкой либо разработки сайта или бота,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ведёт запись вручную — теряет ночные заявки, допускает двойные брони и тратит рабочее время на переписку.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32588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3F1EB"/>
          </a:solidFill>
          <a:ln w="12700">
            <a:solidFill>
              <a:srgbClr val="E3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32588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64324" y="13258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динамика аудитории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реестре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327136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10016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510016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юрлиц и ИП — это МСП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510016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70592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253472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0253472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за год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253472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3310128"/>
            <a:ext cx="51023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784848" y="3456432"/>
            <a:ext cx="4700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названа в задании трека: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ценность цифрового решения — во взаимодействии с клиентами, «например, оформления заказа, записи на услугу, бронирования… непосредственно в MAX».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4526280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FFE8F2"/>
          </a:solidFill>
          <a:ln w="12700">
            <a:solidFill>
              <a:srgbClr val="FFE8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4526280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Допущение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864608"/>
            <a:ext cx="5102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микросервисов, которые ведут запись вручную и считают это проблемой, исследованием не подтверждена. Её проверяет пилот (слайд 19), допущения собраны на слайде 20.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приём и подтверждение записи,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— снова вручную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1636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9380" y="1874520"/>
            <a:ext cx="1449324" cy="246888"/>
          </a:xfrm>
          <a:prstGeom prst="roundRect">
            <a:avLst>
              <a:gd name="adj" fmla="val 22222"/>
            </a:avLst>
          </a:prstGeom>
          <a:solidFill>
            <a:srgbClr val="D5EBE6"/>
          </a:solidFill>
          <a:ln w="12700">
            <a:solidFill>
              <a:srgbClr val="D5EB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9380" y="1874520"/>
            <a:ext cx="1449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AIRuntime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пересказ прайса: услуги и цены видны в самом сервисе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выбор времени: клиент берёт слот сам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собирается заявка и приходит в чат владельца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ответ: подтверждение — одна кнопка, клиенту приходит сообщение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результат: запись принимается круглосуточно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 — продукт не назначает встречи за него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1118311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4873752"/>
            <a:ext cx="10671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</a:t>
            </a: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Если мы поможем владельцу микросервиса принимать записи сервисом в MAX, собранным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 Как это проверить — слайд 11.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ПРЕИМУЩЕСТВО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не так, как запись ведут сейчас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 тому, что важно владельцу микробизнеса. Цены и сроки альтернатив мы не исследовали, поэтому сравниваем качественно.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50008"/>
                <a:gridCol w="2350008"/>
                <a:gridCol w="2350008"/>
                <a:gridCol w="2350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ПЕРЕПИСКА В ЛИЧНЫХ СООБЩЕНИЯХ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ОНЛАЙН-ЗАПИСИ ИЛИ CRM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 ИЛИ БОТ НА ЗАКАЗ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007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AIRUNTIME В MAX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уже есть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регистрация, настройка услуг и расписания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задание, подрядчик, ожидание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 сообщение, ~10 секунд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нужен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владелец разбирается в настройках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разработчик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никто: описание обычными словами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записывается клиент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переписке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отдельной странице или в приложении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сайте или в отдельном боте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внутри MAX, по ссылке или QR-коду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Заявка ночью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ждёт ответа до утра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 и сразу приходит в чат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и свободное время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пересказываются каждому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видны, правятся одной фразой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Телефон клиента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пишет вручную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одной кнопкой из аккаунта 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7150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мы сознательно слабее: нет онлайн-оплаты и календаря занятости — это границы MVP, а не упущение (слайд 12).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 → опубликованный сервис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«Начать» в чат-боте, затем «Открыть AIRuntime». Регистрации нет: аккаунт MAX и есть вход.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owner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Описывает бизнес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сообщением, как рассказал бы другу: есть готовые примеры. Сайт и файлы — по желанию, не обязательны.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owner-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Видит, что идёт сборка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и подсказка не закрывать приложение; если закрыть случайно, MAX переспросит.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owner-read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Получает результат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«✓ AIRuntime готов»: ссылка, «Поделиться» в чаты MAX, «Посмотреть» глазами клиента.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открывает ссылку или QR-код владельца — сервис сразу внутри MAX, без установки и регистрации.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Выбор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адрес и часы в шапке. Время появляется после выбора услуги.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Отправка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подставлено из профиля MAX, телефон — одной кнопкой. Над кнопкой видно, что именно бронируется.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customer-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Готово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принята: услуга и время на экране, а ответ владельца придёт сюда, в MAX.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ОБРАТНАЯ СВЯЗЬ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решение владельца → ответ клиенту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401568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19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ВЛАДЕЛЬЦУ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6816"/>
            <a:ext cx="3035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заявка</a:t>
            </a: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Клиент, +7 999 000-11-22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«Mazda 6, стучит подвеска»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980944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9809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заявки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Приходит в чат с ботом сразу, в любое время суток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81328"/>
            <a:ext cx="3648456" cy="2183192"/>
          </a:xfrm>
          <a:prstGeom prst="roundRect">
            <a:avLst>
              <a:gd name="adj" fmla="val 7539"/>
            </a:avLst>
          </a:prstGeom>
          <a:solidFill>
            <a:srgbClr val="F2F4F7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8000"/>
              </a:srgbClr>
            </a:outerShdw>
          </a:effectLst>
        </p:spPr>
      </p:sp>
      <p:pic>
        <p:nvPicPr>
          <p:cNvPr id="11" name="Image 0" descr="card-owner-l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4256" y="1545336"/>
            <a:ext cx="3520440" cy="205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270248" y="37673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кабинете — «Подтвердить» или «Отклонить» одной кнопкой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84464" y="1691640"/>
            <a:ext cx="3401568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467344" y="1837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КЛИЕНТУ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467344" y="2075688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подтверждена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67344" y="2871216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67344" y="2871216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AIRuntime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284464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в MAX — туда же, где он записывался. При отказе — кнопка «Выбрать другое время»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959352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02920" y="4572000"/>
            <a:ext cx="11183112" cy="11430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223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Скелетоны экрана и индикатор сборки страницы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4655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«AIRuntime готов», «Заявка принята», статусы заявок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2087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Понятный текст и «Повторить»; введённое не теряется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9519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тупиков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экран; в предпросмотре — «Назад»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Улучшаем один участок — приём и подтверждение записи. На этапе хакатона это гипотезы; важно,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77440"/>
            <a:ext cx="49789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открыл страницу записи → отправил заявку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 заявки до нажатия владельцем кнопки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прямой замер того, что раньше терялось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целевое значение 0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скорость выхода на результат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4956048"/>
            <a:ext cx="4978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для замера не нужна.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31636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9380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9380" y="2377440"/>
            <a:ext cx="49789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запуска: владелец неделю считает заявки и время на переписку вручную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три недели через AIRuntime, сравнение по тем же величинам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69380" y="4023360"/>
            <a:ext cx="497890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2260" y="4187952"/>
            <a:ext cx="46131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владелец после пилота не возвращается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ГРАНИЦЫ MVP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вошло в MVP и что сознательно нет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закрывает один сценарий от описания до ответа клиенту. Приоритеты — по MoSCoW; Won't Have — осознанное ограничение объёма.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65960"/>
            <a:ext cx="420624" cy="246888"/>
          </a:xfrm>
          <a:prstGeom prst="roundRect">
            <a:avLst>
              <a:gd name="adj" fmla="val 22222"/>
            </a:avLst>
          </a:prstGeom>
          <a:solidFill>
            <a:srgbClr val="D7E8E5"/>
          </a:solidFill>
          <a:ln w="12700">
            <a:solidFill>
              <a:srgbClr val="D7E8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965960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689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→ опубликованный сервис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клиента внутри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владельцу в чат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ответ клиенту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4418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3874" y="1965960"/>
            <a:ext cx="55778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3874" y="196596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213098" y="1965960"/>
            <a:ext cx="15521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3874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Скрыть, опубликовать, удалить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в чаты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из аккаунта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глазами клиента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5372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6E0FB"/>
          </a:solidFill>
          <a:ln w="12700">
            <a:solidFill>
              <a:srgbClr val="E6E0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5372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B2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пилота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 клиенту накануне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занятости вместо текстовых слотов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«аренда»: сутки и залог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27414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6870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1E4E9"/>
          </a:solidFill>
          <a:ln w="12700">
            <a:solidFill>
              <a:srgbClr val="E1E4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6870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827514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46870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Онлайн-оплата: сервис доводит до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 роли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CRM и внешними календарями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под каждый бизнес: сервис — это данные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8952" y="480060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границы именно такие: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каждый пункт Must нужен, чтобы клиент дошёл от ссылки до подтверждённой записи; без любого из них сценарий обрывается. Всё, что требует денег клиента, сотрудников или чужих систем, откладываем до проверки главной гипотезы.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 и почему он такой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298448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70992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198424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57860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285292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сервис,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0020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70992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98424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46888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57860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28529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33756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44728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сервиса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2160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0020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70992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19842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сервисы,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46888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57860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285292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33756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4472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372160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803904" y="195681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803904" y="282549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195681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282549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69417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355080" y="3200400"/>
            <a:ext cx="0" cy="118872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3822192" y="16916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обновления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822192" y="2560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initData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22376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— это данные, а не код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заполняет схему, а не пишет программу: один мультитенантный мини-апп рендерит все сервисы. «Описал → клиент может записаться» занимает секунды, а кривое поле обрезает валидация.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306824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4526280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— вход, мини-приложение — работа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советует задание: чат-бот — для уведомлений и коротких действий, форма, каталог и список заявок — в мини-приложении. Первая версия с мастером в чате делала сервис из любого сообщения, мы её заменили.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110728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30184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приложение, две роли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подключено к чат-боту и не живёт отдельно. Роль задаёт стартовый параметр: без него — кабинет владельца, со слагом сервиса — страница для клиента.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НАДЁЖНОСТЬ И БЕЗОПАСНОСТЬ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проверяемость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 и ошибки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 и не вызывает модель — MAX не повторяет доставку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MAX API повторяется, только если не дошёл: без дублей сообщений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до трёх попыток, затем шаблон: сценарий не упирается в тупик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интерфейсе — понятный текст и «Повторить», введённое не теряется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прогон сценария — новый сервис со своим адресом; после 10 — понятное сообщение, лишние удаляются кнопкой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06824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данные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Личность в мини-приложении — только из подписи initData по токену бота, срок жизни — час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— секрет в пути, в логах маскируется; неверный секрет → 404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видит и меняет только свои сервисы и заявки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пользователей экранируется в сообщениях бота; в модель уходят только описание и правки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Секретов в репозитории нет, .env.example без значений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10728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30184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Воспроизводимость и документация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локальные компоненты — одной командой docker compose up --build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зафиксированы: requirements.txt + requirements.lock, package-lock.json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закрывает пункты задания по порядку, с таблицей проверки и ожидаемыми результатами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автотеста: подделка подписи, чужой токен, чужие сервисы, сквозной сценарий через HTTP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образов с нуля — около 4 минут (замер), лимит задания —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93792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5340096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проде: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сервис из описания собирается за ~9 секунд с реальной моделью, правка — за ~3 секунды; сообщения бота с баннером и кнопками проходят валидацию MAX API.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 · ВОЗМОЖНОСТИ MAX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сверх минимума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задания — чат-бот с подключённым мини-приложением. Всё ниже — сверх него, и каждая возможность работает в основном сценарии от начала до результата.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requestContact()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из аккаунта MAX одной кнопкой. Запись без ввода номера — меньше ошибок и шагов в форме.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06824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26280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shareMaxContent()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чат»: владелец раздаёт ссылку клиентам, не выходя из мессенджера.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10728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30184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open_app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30184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экран: владельцу — заявки, клиенту — его сервис. Диплинк startapp — для ссылки и QR-кода.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22376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из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клиента уже подставлено в форму записи, а владелец входит без регистрации — аккаунт MAX и есть вход.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06824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26280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BackButton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подтверждение закрытия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Родная кнопка «Назад» в предпросмотре; если закрыть приложение во время сборки, MAX переспросит.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728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30184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HapticFeedback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Тактильный отклик на ключевые действия на телефоне: сборка готова, заявка подтверждена.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1206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8952" y="5266944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 MAX: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 вёрстка, проверенная от 320 px. Если клиент MAX не поддерживает метод Bridge, приложение мягко обходится без него — например, «Поделиться» превращается в копирование ссылки.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77256" cy="2103120"/>
          </a:xfrm>
          <a:prstGeom prst="roundRect">
            <a:avLst>
              <a:gd name="adj" fmla="val 434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1874520"/>
            <a:ext cx="50017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вводит сам владелец в мини-приложении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из подписанных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только если клиент сам поделился через MAX или ввёл вручную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то, что клиент выбрал в сервисе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547725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0664" y="3758184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работы с моделью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4142232"/>
            <a:ext cx="50017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только структурирует текст владельца: цены и контакты не придумывает — чего нет в описании, остаётся пустым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владелец видит сразу и правит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недоступна — сервис собирается шаблоном, сценарий не блокируется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325880"/>
            <a:ext cx="5477256" cy="2331720"/>
          </a:xfrm>
          <a:prstGeom prst="roundRect">
            <a:avLst>
              <a:gd name="adj" fmla="val 392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— все реальные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874520"/>
            <a:ext cx="5001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platform-api2.max.ru: вебхук, сообщения, кнопки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навигация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описание → конфигурация сервиса, с детерминированным фоллбэком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Государственные информационные системы </a:t>
            </a: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 и не имитируются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08776" y="3822192"/>
            <a:ext cx="5477256" cy="1737360"/>
          </a:xfrm>
          <a:prstGeom prst="roundRect">
            <a:avLst>
              <a:gd name="adj" fmla="val 526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28232" y="4005072"/>
            <a:ext cx="5038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«Автосервис на Лесной» и заявки на слайдах 8–10 — демо: не реальные организации и клиенты. Сервисы созданы через тот же продуктовый сценарий, а экраны сняты с подставленными демо-данными.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ЯДРО И ПЕРЕМЕННАЯ ЧАСТЬ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переносится без изменений, а что адаптируется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тиражируется не потому, что перечислено много регионов, а потому, что понятно, какая часть меняется.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— переносится без изменений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сервиса: позиции, цены, длительность, время, поля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сервис не требует деплоя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1636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69380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69380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сервиса: запись / меню / заявка —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типа уже есть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 в подсказках модели: услуга, позиция, объект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времени: длительность, часы работы, праздники региона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мастер → сотрудники → филиалы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оплата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041648"/>
            <a:ext cx="11183112" cy="1115568"/>
          </a:xfrm>
          <a:prstGeom prst="roundRect">
            <a:avLst>
              <a:gd name="adj" fmla="val 8197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206240"/>
            <a:ext cx="10671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ещё та же проблема — «клиент хочет записаться или заказать, а владелец отвечает вручную»: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кафе и пекарни (предзаказ), аренда инвентаря и помещений, секции и студии (запись на занятия), ремонт и бытовые услуги (вызов мастера). Каждое направление использует готовый тип сервиса и меняет только переменную часть. Порядок — на следующем слайде.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ПОРЯДОК ТИРАЖИРОВАНИЯ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AIRuntime переходит из пилота дальше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14984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СПб, Василеостровский район, квартал у ЖК «Самоцветы»: 5–10 владельческих точек услуг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— ядро как есть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команда, домен с HTTPS, ключ LLM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 не захотят менять привычку — отбираем тех, кто сам жалуется на переписку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 критерий успеха (слайд 11)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35274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18154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8154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7338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ниши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18154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район: кафе, пекарни, магазины у дома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18154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«меню» уже есть; словарь и подсказки модели под общепит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же; ограничиваемся предзаказом и самовывозом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без оплаты не доходит до денег — меряем долю забранных заказов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заказов не ниже, чем у записи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67628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0508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0508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9692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Сети услуг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районы и города через сети барбершопов, автосервисов, студий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50508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«сеть → филиал → мастер», сервис на филиал — первая доработка ядра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ролей, сопровождение владельцев сетей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головной офис — длинный цикл продаж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 переводит на AIRuntime все свои точки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999982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82862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2862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12046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Регионы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82862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Ленинградская область, затем другие регионы — через центры «Мой бизнес» и МСП.РФ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82862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 и праздники региона; модерация сервисов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партнёрство, обучение консультантов, бюджет на модель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 в новых отраслях, лимит MAX API — 30 запросов в секунду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консультант собирает сервис вместе с предпринимателем на приёме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5212080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0664" y="5303520"/>
            <a:ext cx="10707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Горизонт:</a:t>
            </a: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же механика «одно сообщение → работающий сервис в MAX» подходит не только бизнесу — продуктовые команды проверяют гипотезы без разработки, люди делают небольшие сервисы для себя. Это и есть ядро AIRuntime, а запись для микробизнеса — первый вертикальный сценарий на нём.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ПИЛОТНОГО ЗАПУСКА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и для кого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Санкт-Петербург, Василеостровский район — квартал у ЖК «Самоцветы» (Уральская ул., наб. реки Смоленки). 5–10 владельческих точек услуг, которые ведут запись в личных сообщениях.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291584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11040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здесь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уже работаем в этом квартале: карта около 160 организаций по 2ГИС и Яндекс Картам и маршрут обхода (август 2026). Знаем, где решает владелец, а где — головной офис сети.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80248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99704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заменяет пересказ прайса и согласование времени. Приём, оплата и сама услуга остаются как были.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создаёт сервис и подтверждает записи, клиенты записываются, команда сопровождает и снимает метрики. Внешние владельцы процесса не нужны.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291584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11040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привлечения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— лично, обходом: хозяин студии или кафе решает сам и сразу. Клиентов — ссылкой в переписке и QR-кодом на стойке.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80248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9704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 и сроки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на «MAX для партнёров», домен с HTTPS, ключ LLM. Неделя 0 — отбор и базовая линия, недели 1–3 — пилот, неделя 4 — решение.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952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138928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доведённых записей, время до подтверждения, доля заявок вне рабочих часов, ручных сообщений на запись (слайд 11).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успехе — соседние ниши того же района на готовом типе «меню» (слайд 18).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или замером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— текстовые варианты, пересечения записей не проверяются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сервис, до 10 сервисов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клиенту доставляется, если MAX разрешает боту написать этому пользователю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там, где клиенты бизнеса уже пользуются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объёма — слайд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6824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74520"/>
            <a:ext cx="206654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87452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Заметная доля микросервисов ведёт запись вручную и считает это проблемой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опишет бизнес одним сообщением, а не бросит на полпути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привычнее записаться в MAX, чем написать в личные сообщения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и сроков альтернатив мы не подтверждали и в расчёт эффекта не берём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874520"/>
            <a:ext cx="18608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1874520"/>
            <a:ext cx="18608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что с ними делаем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модель может неверно разобрать описание: правка одной фразой и шаблон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модели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сервис собирается шаблоном, сценарий не блокируется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при росте нужна проверка содержимого сервисов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932688"/>
          </a:xfrm>
          <a:prstGeom prst="roundRect">
            <a:avLst>
              <a:gd name="adj" fmla="val 98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48656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подтверждено: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сквозной путь «описание → сервис → запись → заявка владельцу → ответ клиенту» проходит на проде целиком и покрыт 54 автотестами — включая подделку подписи, чужой токен, просроченные параметры и запись на услугу, которой в сервисе нет.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и аудитория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трека «Эффективный бизнес»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постановка, критерии оценки, рекомендации, формат сдачи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Единый реестр субъектов МСП, июль 2026: 6,6 млн субъектов, 81,8% всех действующих юрлиц и ИП, рост 3,5% год к году (приведено по заданию трека)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Разведка квартала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ЖК «Самоцветы», СПб, август 2026 — около 160 организаций по 2ГИС и Яндекс Картам, маршрут обхода: выбор пилотной площадки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9380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69380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API ботов: методы, вебхуки, кнопки, лимиты запросов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OpenAPI-спецификация MAX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github.com/max-messenger/api-schema: форма кнопок и сообщений сверена по ней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проверка подписи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корневой сертификат для доступа к API платформы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48056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17720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актуальными разделами «API ботов», «MAX Bridge» и «Валидация данных» и с официальной спецификацией, а не с примерами из сторонних источников.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23825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секунд через десять у клиентов будет страница записи, а у вас заявки в чате.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3" name="Text 9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5" name="Text 11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7" name="Image 2" descr="qr-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страницу записи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AIRuntime × MAX</dc:title>
  <dc:subject>PptxGenJS Presentation</dc:subject>
  <dc:creator>AIRuntime</dc:creator>
  <cp:lastModifiedBy>AIRuntime</cp:lastModifiedBy>
  <cp:revision>1</cp:revision>
  <dcterms:created xsi:type="dcterms:W3CDTF">2026-09-22T18:06:56Z</dcterms:created>
  <dcterms:modified xsi:type="dcterms:W3CDTF">2026-09-22T18:06:56Z</dcterms:modified>
</cp:coreProperties>
</file>