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167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31673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https://max.ru/t403_hakaton_max_bot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19385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https://airuntime.ru/max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кнопкой open_app и по ?startapp=&lt;slug&gt;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60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2560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0175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3017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b9f419f · ветка main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b9f419fbe69b0e707b6dfc1a7dbd0cfd6370f6e6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6393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 как отдельно проверяемый контракт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эндпоинты — /api/v1/max/*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261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записи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42611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требуются: вход — сам аккаунт MAX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20840" y="1371600"/>
            <a:ext cx="4965192" cy="4709160"/>
          </a:xfrm>
          <a:prstGeom prst="roundRect">
            <a:avLst>
              <a:gd name="adj" fmla="val 194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76872" y="1572768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975104"/>
            <a:ext cx="445312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 и нажать «Начать»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одним сообщением: «Автосервис на Лесной. Диагностика 1500, замена масла 900, шиномонтаж 2400. Работаем с 9 до 20»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вернёт карточку витрины, кнопку «Открыть витрину» и ссылку для клиентов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эту ссылку с другого аккаунта MAX — это роль клиента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придёт в чат владельца с кнопками «Подтвердить» / «Отклонить»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— клиенту придёт уведомление в MAX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76072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2376" y="5029200"/>
            <a:ext cx="5321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 окружения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MAX_BOT_TOKEN (передаётся отдельно) · MAX_BOT_USERNAME=t403_hakaton_max_bot · MAX_WEBHOOK_SECRET · MAX_MINIAPP_URL · OPENAI_API_KEY. Полный список — в .env.example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500" spc="150" kern="0" dirty="0">
                <a:solidFill>
                  <a:srgbClr val="D5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×   </a:t>
            </a:r>
            <a:pPr indent="0" marL="0">
              <a:buNone/>
            </a:pPr>
            <a:r>
              <a:rPr lang="en-US" sz="18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945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31012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4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3434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9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572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ЗАПОЛНИТЬ: название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ЗАПОЛНИТЬ: участники и роли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794760" y="43434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9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4572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сделали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34440"/>
            <a:ext cx="11183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Микробизнес услуг ведёт запись руками — в личных сообщениях и по телефону. Витрина превращает одно сообщение в чат-боте MAX в работающую витрину с онлайн-записью, которую клиенты открывают прямо в MAX. Заявки возвращаются владельцу в тот же чат.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04088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готовой витрины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7278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8446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568446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ссылки, которую можно отправить клиенту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2804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432804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95994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97162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297162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22376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услугах: автосервис, барбершоп, мастер маникюра, репетитор, клининг. 1–5 человек, без сайта и без CRM.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22064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541520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закрывает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Ручную запись: заявки ночью, двойные брони, переписку вместо работы. Клиент и владелец остаются в MAX.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41208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60664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именно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чат-бота, телефон берётся из аккаунта MAX, ответ приходит туда же, где клиент записывался.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943600" cy="3429000"/>
          </a:xfrm>
          <a:prstGeom prst="roundRect">
            <a:avLst>
              <a:gd name="adj" fmla="val 26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5440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либо платной CRM с настройкой, либо разработки сайта или бота,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продолжает вести запись вручную — теряет ночные заявки, допускает двойные брони и тратит рабочее время на переписку.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9377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 выбран узко намеренно: одна отрасль, один сценарий, один участок процесса, который цифровое решение закрывает от начала до результата.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12280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13448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013448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едином реестре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013448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377172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578340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578340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всех действующих юрлиц и ИП — это МСП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578340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013448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7013448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числа субъектов МСП год к году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377172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578340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578340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работников — заявленная кадровая потребность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78340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/ Роструд, май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5029200"/>
            <a:ext cx="4873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описывают размер и динамику аудитории. Оценку доли микробизнеса без онлайн-записи мы выносим в допущения — см. слайд 14.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тот участок,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напоминание — снова вручную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54496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ВИТРИНОЙ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 пересказ прайса: услуги и цены видны в витрине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 выбор времени: клиент берёт слот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 собирается заявка и падает в чат владельца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приходит ответ: подтверждение — одна кнопка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 результат: запись принимается круглосуточно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572000"/>
            <a:ext cx="11183112" cy="1005840"/>
          </a:xfrm>
          <a:prstGeom prst="roundRect">
            <a:avLst>
              <a:gd name="adj" fmla="val 909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73168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мы поможем владельцу микросервиса принимать записи витриной в MAX, собранной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бота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@t403_hakaton_max_bot в MAX и нажимает «Начать». Регистрации нет — аккаунт MAX и есть вход.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67278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6734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673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86734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Описывает бизнес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86734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Обычными словами, одним сообщением: название, услуги, цены, часы работы. Никаких форм и полей.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1636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51092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109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51092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витрину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51092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несколько секунд — карточка с составом витрины, кнопка «Открыть витрину» и ссылка для клиентов.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95994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15450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1545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315450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 текстом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15450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«Добавь развал-схождение 3000», «убери слоты на завтра» — правка тем же способом, что и создание.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3520440"/>
            <a:ext cx="11183112" cy="2057400"/>
          </a:xfrm>
          <a:prstGeom prst="roundRect">
            <a:avLst>
              <a:gd name="adj" fmla="val 444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3703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уходит владельцу в чат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51206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1605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Автосервис на Лесной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Запишитесь за минуту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Позиций: 3   Слотов: 4   Статус: опубликован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max.ru/t403_hakaton_max_bot?startapp=avtoservis-na-lesnoi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70332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Ссылку можно раздать как угодно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5513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в переписке существующим клиентам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Повесить QR-кодом на стойке, в витрине, на визитке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в описание канала или профиля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5029200"/>
            <a:ext cx="5513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открывает мини-приложение внутри MAX — клиент не уходит в браузер и ничего не устанавливает.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400" dirty="0"/>
          </a:p>
        </p:txBody>
      </p:sp>
      <p:pic>
        <p:nvPicPr>
          <p:cNvPr id="4" name="Image 0" descr="shot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7112" y="1280160"/>
            <a:ext cx="1874520" cy="3749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5166360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5468112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длительностью. Адрес и часы — в шапке.</a:t>
            </a:r>
            <a:endParaRPr lang="en-US" sz="1100" dirty="0"/>
          </a:p>
        </p:txBody>
      </p:sp>
      <p:pic>
        <p:nvPicPr>
          <p:cNvPr id="7" name="Image 1" descr="shot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216" y="1280160"/>
            <a:ext cx="1874520" cy="3749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83024" y="5166360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383024" y="5468112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MAX по кнопке. Внизу видно, что именно бронируется.</a:t>
            </a:r>
            <a:endParaRPr lang="en-US" sz="1100" dirty="0"/>
          </a:p>
        </p:txBody>
      </p:sp>
      <p:pic>
        <p:nvPicPr>
          <p:cNvPr id="10" name="Image 2" descr="shot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320" y="1280160"/>
            <a:ext cx="1874520" cy="3749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3128" y="5166360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8263128" y="5468112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приходит владельцу в чат и в кабинет. Подтверждение — одна кнопка.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этапе хакатона это гипотезы. Важно не то, какие цифры мы заявим, а то,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77440"/>
            <a:ext cx="4919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 — открыл витрину → отправил заявку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 — от заявки до нажатия кнопки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 — замер того, что терялось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 — целевое значение 0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5257800"/>
            <a:ext cx="4919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не нужна.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54496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10528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2377440"/>
            <a:ext cx="49194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до запуска: неделя ручного подсчёта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та же неделя через витрину, сравнение по тем же величинам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10528" y="4114800"/>
            <a:ext cx="49194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3408" y="4315968"/>
            <a:ext cx="4553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после недели отказывается возвращаться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37160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мастер, правки, заявки владельцу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клиента и кабинет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61188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7307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витрины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400507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9164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81051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20848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витрины,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65176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7706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30449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61188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7307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400507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123944" y="206654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123944" y="302666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206654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302666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98678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02920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22376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— это данные, а не код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мультитенантный мини-апп рендерит все витрины из валидированного конфига. «Описал → клиент может записаться» занимает секунды и не ломается от неудачного ответа модели.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322064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541520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разные модели доверия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аутентифицируется секретом в пути — MAX не подписывает доставки. Мини-апп — подписью initData. Ни один эндпоинт не принимает id пользователя из тела запроса.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41208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0664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Отказоустойчивость по умолчанию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200: ошибка обработчика стала бы штормом повторов. Если LLM недоступна, витрина собирается черновиком.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ПЛАТФОРМЫ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и зачем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возможность закрывает шаг сценария, а не добавлена ради галочки.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open_app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чат-бота. Клиент не уходит в браузер и ничего не устанавливает.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22064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41520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startapp deep link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ссылка на витрину, пригодная для QR-кода. Она же приводит клиента в бота.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41208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60664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requestContact()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аккаунта MAX по кнопке и приходит подписанным.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Inline-клавиатуры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отклонение заявки — callback-кнопки прямо под сообщением.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getViewportSize / getLaunchContext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подстраивается под область просмотра и под источник запуска.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связь замыкается в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записался в MAX — и ответ получает там же, а не в письме.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49834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138928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— обычные HTML, CSS и JavaScript на HTTPS, вёрстка проверена от 320 px. Функциональность одинакова в обеих версиях; MAX Bridge деградирует мягко, если метод в конкретной сборке недоступен.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 — вводит сам владелец в чате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 — из подписанных параметров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— только если он сам им поделился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— то, что клиент выбрал в витрине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58952" y="36118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НЕ делаем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959352"/>
            <a:ext cx="4919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собираем данные, которые пользователь не ввёл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имитируем интеграции с государственными системами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передаём токены и секреты в модель и не храним в репозитории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включаем продуктовую аналитику на поверхности мини-аппа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54496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10528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10528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 — platform-api2.max.ru: вебхук, сообщения, кнопки.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 — описание → конфигурация витрины, с фоллбэком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4496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73952" y="3611880"/>
            <a:ext cx="4992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Смоделированные данные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демонстрации используются витрины, созданные нами при проверке сценария: «Автосервис на Лесной» и подобные. Это не реальные организации, а примеры, введённые вручную через того же бота, которым пользуется предприниматель. Данные не подставлялись в обход продуктового сценария.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остаётся неизменным, а что придётся менять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Сильное решение тиражируется не потому, что перечислено много регионов, а потому, что понятно, как именно.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продукта — переносится без изменений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витрины: позиции, цена, длительность, слоты, поля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владельца: создание, правка текстом, публикация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арендатор не требует деплоя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54496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витрины: запись → меню и заказ → заявка. Заложены три типа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отрасли: «услуга» / «позиция» / «объект» в подсказках модели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слотов: длительность, рабочие часы, праздники региона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один мастер → сотрудники → филиалы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онлайн-оплата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тиражируем первым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Общепит: то же «выбрать позицию → оставить заявку». Тип menu уже поддержан.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контекст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аренда: инвентарь, сутки вместо часов, залог. Понадобится календарь занятости.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витрин при росте, лимиты на владельца (заложены), партнёрский профиль MAX.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 и где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микросервисов услуг в одном районе одного города. Критерий: ведут запись в личных сообщениях и не имеют сайта.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2064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41520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заменяет пересказ прайса и согласование времени. Приём, оплата, сама услуга — как было.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41208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360664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(создаёт и подтверждает), его клиенты, мы (смотрим метрики). Внешние владельцы процесса не нужны.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клиенты получат доступ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рассылает ссылку существующим клиентам и вешает QR-код на точке. Аудитория у бизнеса уже есть.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22064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41520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Верифицированный профиль на «MAX для партнёров», модерация бота, домен с HTTPS, ключ LLM-провайдера.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41208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60664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после пилота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критерий успеха выполнен — открываем тип menu для общепита в том же районе, сохраняя ядро.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8920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074920"/>
            <a:ext cx="10671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записей, время до подтверждения, доля заявок вне рабочих часов, число ручных сообщений на запись — все снимаются самим продуктом и сравниваются с базовой линией, собранной до запуска.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Слоты — текстовые варианты, а не календарь занятости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онлайн-оплаты: витрина доводит до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витрину, без сотрудников и ролей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10 витрин на владельца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Напоминания клиенту пока не отправляются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064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8096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8096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заметная доля микросервисов ведёт запись вручную и считает это проблемой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владелец опишет бизнес одним сообщением, а не бросит на полпути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клиенту привычнее записаться в MAX, чем написать в личные сообщения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альтернатив мы не подтверждали исследованием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1208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97240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397240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генерации: модель может неверно разобрать описание. Митигация — правка текстом и фоллбэк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LLM: витрина собирается черновиком, сценарий не блокируется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доверие: при росте числа арендаторов нужна проверка содержимого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58952" y="5102352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проверено на практике: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путь «одно сообщение → заявка в чате владельца» проходит целиком и покрыт 30 автотестами, включая попытки подделать подпись стартовых параметров, подставить чужой токен, переиспользовать просроченные параметры и записаться на услугу, которой в витрине нет.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об аудитории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48966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 — Единый реестр субъектов МСП, июль 2026: 6,6 млн субъектов, 81,8% всех действующих юрлиц и ИП, рост 3,5% год к году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по данным Роструда — заявленная работодателями потребность в работниках, конец мая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858768"/>
            <a:ext cx="48966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 приведены по материалам задания трека со ссылкой на первоисточники.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3388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3388" y="2103120"/>
            <a:ext cx="48966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 — API ботов: методы, вебхуки, типы кнопок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контакта, контекст запуска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 MAX — алгоритм проверки подписи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размещения чат-ботов и мини-приложений на платформе MAX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 — корневой сертификат для доступа к API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5262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09160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актуальной версией разделов «API ботов», «MAX Bridge» и «Валидация данных», а не с примерами из сторонних источников.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Витрина — AIRuntime × MAX</dc:title>
  <dc:subject>PptxGenJS Presentation</dc:subject>
  <dc:creator>AIRuntime</dc:creator>
  <cp:lastModifiedBy>AIRuntime</cp:lastModifiedBy>
  <cp:revision>1</cp:revision>
  <dcterms:created xsi:type="dcterms:W3CDTF">2026-09-21T00:27:45Z</dcterms:created>
  <dcterms:modified xsi:type="dcterms:W3CDTF">2026-09-21T00:27:45Z</dcterms:modified>
</cp:coreProperties>
</file>